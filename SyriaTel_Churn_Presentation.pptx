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Predicting Customer Churn for SyriaTel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Phase </a:t>
            </a:r>
            <a:r>
              <a:rPr dirty="0" smtClean="0"/>
              <a:t>3 Project</a:t>
            </a:r>
            <a:r>
              <a:rPr lang="en-US" dirty="0" smtClean="0"/>
              <a:t> : CLASSIFICATION MODEL</a:t>
            </a:r>
            <a:endParaRPr dirty="0"/>
          </a:p>
          <a:p>
            <a:endParaRPr dirty="0"/>
          </a:p>
          <a:p>
            <a:r>
              <a:rPr dirty="0"/>
              <a:t>Student: </a:t>
            </a:r>
            <a:r>
              <a:rPr lang="en-US" dirty="0" smtClean="0"/>
              <a:t>ELVIS OWINO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Customer churn </a:t>
            </a:r>
            <a:r>
              <a:rPr lang="en-US" dirty="0" smtClean="0"/>
              <a:t>results in loss of</a:t>
            </a:r>
            <a:r>
              <a:rPr dirty="0" smtClean="0"/>
              <a:t> revenue</a:t>
            </a:r>
            <a:endParaRPr dirty="0"/>
          </a:p>
          <a:p>
            <a:r>
              <a:rPr dirty="0" smtClean="0"/>
              <a:t> </a:t>
            </a:r>
            <a:r>
              <a:rPr dirty="0"/>
              <a:t>Retaining </a:t>
            </a:r>
            <a:r>
              <a:rPr lang="en-US" dirty="0" smtClean="0"/>
              <a:t>a </a:t>
            </a:r>
            <a:r>
              <a:rPr dirty="0" smtClean="0"/>
              <a:t>customer </a:t>
            </a:r>
            <a:r>
              <a:rPr dirty="0"/>
              <a:t>is cheaper than acquiring </a:t>
            </a:r>
            <a:r>
              <a:rPr lang="en-US" dirty="0" smtClean="0"/>
              <a:t>a </a:t>
            </a:r>
            <a:r>
              <a:rPr dirty="0" smtClean="0"/>
              <a:t>new one</a:t>
            </a:r>
            <a:endParaRPr dirty="0"/>
          </a:p>
          <a:p>
            <a:r>
              <a:rPr dirty="0" smtClean="0"/>
              <a:t> </a:t>
            </a:r>
            <a:r>
              <a:rPr lang="en-US" dirty="0"/>
              <a:t>I</a:t>
            </a:r>
            <a:r>
              <a:rPr dirty="0" smtClean="0"/>
              <a:t>dentify customers</a:t>
            </a:r>
            <a:r>
              <a:rPr lang="en-US" dirty="0" smtClean="0"/>
              <a:t> that are</a:t>
            </a:r>
            <a:r>
              <a:rPr dirty="0" smtClean="0"/>
              <a:t> </a:t>
            </a:r>
            <a:r>
              <a:rPr dirty="0"/>
              <a:t>likely to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 a classification model to predict customer churn</a:t>
            </a:r>
          </a:p>
          <a:p>
            <a:r>
              <a:rPr lang="en-US" dirty="0" smtClean="0"/>
              <a:t>Develop</a:t>
            </a:r>
            <a:r>
              <a:rPr dirty="0" smtClean="0"/>
              <a:t> </a:t>
            </a:r>
            <a:r>
              <a:rPr dirty="0"/>
              <a:t>proactive retention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Customer account information</a:t>
            </a:r>
          </a:p>
          <a:p>
            <a:r>
              <a:rPr dirty="0" smtClean="0"/>
              <a:t> </a:t>
            </a:r>
            <a:r>
              <a:rPr dirty="0"/>
              <a:t>Usage </a:t>
            </a:r>
            <a:r>
              <a:rPr dirty="0" smtClean="0"/>
              <a:t>behavio</a:t>
            </a:r>
            <a:r>
              <a:rPr lang="en-US" dirty="0" smtClean="0"/>
              <a:t>u</a:t>
            </a:r>
            <a:r>
              <a:rPr dirty="0" smtClean="0"/>
              <a:t>r </a:t>
            </a:r>
            <a:r>
              <a:rPr dirty="0"/>
              <a:t>(minutes, calls)</a:t>
            </a:r>
          </a:p>
          <a:p>
            <a:r>
              <a:rPr dirty="0" smtClean="0"/>
              <a:t> </a:t>
            </a:r>
            <a:r>
              <a:rPr dirty="0"/>
              <a:t>Service plan details</a:t>
            </a:r>
          </a:p>
          <a:p>
            <a:r>
              <a:rPr dirty="0" smtClean="0"/>
              <a:t> </a:t>
            </a:r>
            <a:r>
              <a:rPr dirty="0"/>
              <a:t>Target variable: Churn (Yes/No)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Baseline: Logistic Regression</a:t>
            </a:r>
          </a:p>
          <a:p>
            <a:r>
              <a:t>• Improved: Random Forest</a:t>
            </a:r>
          </a:p>
          <a:p>
            <a:r>
              <a:t>• Compared performance using Recall &amp; ROC-AUC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Metric: Recall</a:t>
            </a:r>
          </a:p>
          <a:p>
            <a:endParaRPr/>
          </a:p>
          <a:p>
            <a:r>
              <a:t>Why?</a:t>
            </a:r>
          </a:p>
          <a:p>
            <a:r>
              <a:t>Missing a churner = Revenue loss</a:t>
            </a:r>
          </a:p>
          <a:p>
            <a:r>
              <a:t>False positive = Minor incentive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Final Model: Random Forest</a:t>
            </a:r>
          </a:p>
          <a:p>
            <a:r>
              <a:rPr dirty="0" smtClean="0"/>
              <a:t> </a:t>
            </a:r>
            <a:r>
              <a:rPr dirty="0"/>
              <a:t>Strong recall performance</a:t>
            </a:r>
          </a:p>
          <a:p>
            <a:r>
              <a:rPr dirty="0" smtClean="0"/>
              <a:t> </a:t>
            </a:r>
            <a:r>
              <a:rPr dirty="0"/>
              <a:t>Identifies majority of churners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High customer service calls</a:t>
            </a:r>
          </a:p>
          <a:p>
            <a:r>
              <a:rPr lang="en-US" dirty="0"/>
              <a:t> </a:t>
            </a:r>
            <a:r>
              <a:rPr dirty="0" smtClean="0"/>
              <a:t>High </a:t>
            </a:r>
            <a:r>
              <a:rPr dirty="0"/>
              <a:t>day usage minutes</a:t>
            </a:r>
          </a:p>
          <a:p>
            <a:r>
              <a:rPr dirty="0" smtClean="0"/>
              <a:t> </a:t>
            </a:r>
            <a:r>
              <a:rPr dirty="0"/>
              <a:t>International plan subscription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Target high-risk customers</a:t>
            </a:r>
          </a:p>
          <a:p>
            <a:r>
              <a:rPr dirty="0" smtClean="0"/>
              <a:t> </a:t>
            </a:r>
            <a:r>
              <a:rPr dirty="0"/>
              <a:t>Offer retention incentives</a:t>
            </a:r>
          </a:p>
          <a:p>
            <a:r>
              <a:rPr dirty="0" smtClean="0"/>
              <a:t> </a:t>
            </a:r>
            <a:r>
              <a:rPr dirty="0"/>
              <a:t>Improve service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Deploy model internally</a:t>
            </a:r>
          </a:p>
          <a:p>
            <a:r>
              <a:rPr dirty="0" smtClean="0"/>
              <a:t> </a:t>
            </a:r>
            <a:r>
              <a:rPr dirty="0"/>
              <a:t>Monitor performance</a:t>
            </a:r>
          </a:p>
          <a:p>
            <a:r>
              <a:rPr dirty="0" smtClean="0"/>
              <a:t> </a:t>
            </a:r>
            <a:r>
              <a:rPr dirty="0"/>
              <a:t>Enhance with additional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185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Predicting Customer Churn for SyriaTel</vt:lpstr>
      <vt:lpstr>Business Problem</vt:lpstr>
      <vt:lpstr>Objective</vt:lpstr>
      <vt:lpstr>Data Overview</vt:lpstr>
      <vt:lpstr>Modeling Approach</vt:lpstr>
      <vt:lpstr>Evaluation Metric</vt:lpstr>
      <vt:lpstr>Results</vt:lpstr>
      <vt:lpstr>Key Risk Factors</vt:lpstr>
      <vt:lpstr>Recommendations</vt:lpstr>
      <vt:lpstr>Next Steps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Customer Churn for SyriaTel</dc:title>
  <dc:subject/>
  <dc:creator/>
  <cp:keywords/>
  <dc:description>generated using python-pptx</dc:description>
  <cp:lastModifiedBy>ELVIS O</cp:lastModifiedBy>
  <cp:revision>2</cp:revision>
  <dcterms:created xsi:type="dcterms:W3CDTF">2013-01-27T09:14:16Z</dcterms:created>
  <dcterms:modified xsi:type="dcterms:W3CDTF">2026-02-13T19:06:42Z</dcterms:modified>
  <cp:category/>
</cp:coreProperties>
</file>